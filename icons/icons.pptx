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2F35E0-1313-46D6-B4C7-ED7D08287D3C}" v="10" dt="2026-02-06T12:34:02.0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11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llu, Gowri Shanker" userId="e4b71a44-d6f9-4d3b-9b6e-2cadb6b1c0ec" providerId="ADAL" clId="{5FC56B7B-2AE1-48C6-AAA3-019F1F6B3F19}"/>
    <pc:docChg chg="modSld">
      <pc:chgData name="Bellu, Gowri Shanker" userId="e4b71a44-d6f9-4d3b-9b6e-2cadb6b1c0ec" providerId="ADAL" clId="{5FC56B7B-2AE1-48C6-AAA3-019F1F6B3F19}" dt="2026-02-03T08:55:09.145" v="6" actId="1076"/>
      <pc:docMkLst>
        <pc:docMk/>
      </pc:docMkLst>
      <pc:sldChg chg="addSp modSp mod">
        <pc:chgData name="Bellu, Gowri Shanker" userId="e4b71a44-d6f9-4d3b-9b6e-2cadb6b1c0ec" providerId="ADAL" clId="{5FC56B7B-2AE1-48C6-AAA3-019F1F6B3F19}" dt="2026-02-03T08:55:09.145" v="6" actId="1076"/>
        <pc:sldMkLst>
          <pc:docMk/>
          <pc:sldMk cId="546536083" sldId="256"/>
        </pc:sldMkLst>
        <pc:picChg chg="add mod">
          <ac:chgData name="Bellu, Gowri Shanker" userId="e4b71a44-d6f9-4d3b-9b6e-2cadb6b1c0ec" providerId="ADAL" clId="{5FC56B7B-2AE1-48C6-AAA3-019F1F6B3F19}" dt="2026-02-03T08:55:07.904" v="5" actId="1076"/>
          <ac:picMkLst>
            <pc:docMk/>
            <pc:sldMk cId="546536083" sldId="256"/>
            <ac:picMk id="3" creationId="{A0294671-1C96-3E1D-4393-0B41C7F16D1A}"/>
          </ac:picMkLst>
        </pc:picChg>
        <pc:picChg chg="add mod">
          <ac:chgData name="Bellu, Gowri Shanker" userId="e4b71a44-d6f9-4d3b-9b6e-2cadb6b1c0ec" providerId="ADAL" clId="{5FC56B7B-2AE1-48C6-AAA3-019F1F6B3F19}" dt="2026-02-03T08:55:09.145" v="6" actId="1076"/>
          <ac:picMkLst>
            <pc:docMk/>
            <pc:sldMk cId="546536083" sldId="256"/>
            <ac:picMk id="5" creationId="{22E0B9E7-CAF3-9B8E-E3C8-8207F420AF07}"/>
          </ac:picMkLst>
        </pc:picChg>
        <pc:picChg chg="mod">
          <ac:chgData name="Bellu, Gowri Shanker" userId="e4b71a44-d6f9-4d3b-9b6e-2cadb6b1c0ec" providerId="ADAL" clId="{5FC56B7B-2AE1-48C6-AAA3-019F1F6B3F19}" dt="2026-02-03T08:52:23.412" v="0" actId="1076"/>
          <ac:picMkLst>
            <pc:docMk/>
            <pc:sldMk cId="546536083" sldId="256"/>
            <ac:picMk id="14" creationId="{A310A1E9-8742-F981-6D07-116495F6B5EE}"/>
          </ac:picMkLst>
        </pc:picChg>
        <pc:picChg chg="mod">
          <ac:chgData name="Bellu, Gowri Shanker" userId="e4b71a44-d6f9-4d3b-9b6e-2cadb6b1c0ec" providerId="ADAL" clId="{5FC56B7B-2AE1-48C6-AAA3-019F1F6B3F19}" dt="2026-02-03T08:52:23.412" v="0" actId="1076"/>
          <ac:picMkLst>
            <pc:docMk/>
            <pc:sldMk cId="546536083" sldId="256"/>
            <ac:picMk id="19" creationId="{221B5BE9-D234-D10A-4494-900F42C9C281}"/>
          </ac:picMkLst>
        </pc:picChg>
        <pc:picChg chg="mod">
          <ac:chgData name="Bellu, Gowri Shanker" userId="e4b71a44-d6f9-4d3b-9b6e-2cadb6b1c0ec" providerId="ADAL" clId="{5FC56B7B-2AE1-48C6-AAA3-019F1F6B3F19}" dt="2026-02-03T08:52:23.412" v="0" actId="1076"/>
          <ac:picMkLst>
            <pc:docMk/>
            <pc:sldMk cId="546536083" sldId="256"/>
            <ac:picMk id="20" creationId="{D105B543-5CC0-A3DC-4307-3C3F4810A125}"/>
          </ac:picMkLst>
        </pc:picChg>
        <pc:picChg chg="mod">
          <ac:chgData name="Bellu, Gowri Shanker" userId="e4b71a44-d6f9-4d3b-9b6e-2cadb6b1c0ec" providerId="ADAL" clId="{5FC56B7B-2AE1-48C6-AAA3-019F1F6B3F19}" dt="2026-02-03T08:52:23.412" v="0" actId="1076"/>
          <ac:picMkLst>
            <pc:docMk/>
            <pc:sldMk cId="546536083" sldId="256"/>
            <ac:picMk id="21" creationId="{99B0D6D1-2330-9FD7-1CF7-80F7A4FF54BC}"/>
          </ac:picMkLst>
        </pc:picChg>
        <pc:picChg chg="mod">
          <ac:chgData name="Bellu, Gowri Shanker" userId="e4b71a44-d6f9-4d3b-9b6e-2cadb6b1c0ec" providerId="ADAL" clId="{5FC56B7B-2AE1-48C6-AAA3-019F1F6B3F19}" dt="2026-02-03T08:52:23.412" v="0" actId="1076"/>
          <ac:picMkLst>
            <pc:docMk/>
            <pc:sldMk cId="546536083" sldId="256"/>
            <ac:picMk id="23" creationId="{699EFAA0-A7D8-DCC5-E3F4-FEBB1BE648C5}"/>
          </ac:picMkLst>
        </pc:picChg>
        <pc:picChg chg="mod">
          <ac:chgData name="Bellu, Gowri Shanker" userId="e4b71a44-d6f9-4d3b-9b6e-2cadb6b1c0ec" providerId="ADAL" clId="{5FC56B7B-2AE1-48C6-AAA3-019F1F6B3F19}" dt="2026-02-03T08:52:23.412" v="0" actId="1076"/>
          <ac:picMkLst>
            <pc:docMk/>
            <pc:sldMk cId="546536083" sldId="256"/>
            <ac:picMk id="35" creationId="{1310EA8F-EAD9-CC0C-8C9F-3E52CB736BF4}"/>
          </ac:picMkLst>
        </pc:picChg>
        <pc:picChg chg="mod">
          <ac:chgData name="Bellu, Gowri Shanker" userId="e4b71a44-d6f9-4d3b-9b6e-2cadb6b1c0ec" providerId="ADAL" clId="{5FC56B7B-2AE1-48C6-AAA3-019F1F6B3F19}" dt="2026-02-03T08:52:23.412" v="0" actId="1076"/>
          <ac:picMkLst>
            <pc:docMk/>
            <pc:sldMk cId="546536083" sldId="256"/>
            <ac:picMk id="37" creationId="{9513B8D2-3640-F89C-ACBE-7A5653E6BB50}"/>
          </ac:picMkLst>
        </pc:picChg>
        <pc:picChg chg="mod">
          <ac:chgData name="Bellu, Gowri Shanker" userId="e4b71a44-d6f9-4d3b-9b6e-2cadb6b1c0ec" providerId="ADAL" clId="{5FC56B7B-2AE1-48C6-AAA3-019F1F6B3F19}" dt="2026-02-03T08:52:23.412" v="0" actId="1076"/>
          <ac:picMkLst>
            <pc:docMk/>
            <pc:sldMk cId="546536083" sldId="256"/>
            <ac:picMk id="46" creationId="{58FA2869-5B23-EAE6-084C-98C2B578E1DC}"/>
          </ac:picMkLst>
        </pc:picChg>
        <pc:picChg chg="mod">
          <ac:chgData name="Bellu, Gowri Shanker" userId="e4b71a44-d6f9-4d3b-9b6e-2cadb6b1c0ec" providerId="ADAL" clId="{5FC56B7B-2AE1-48C6-AAA3-019F1F6B3F19}" dt="2026-02-03T08:52:23.412" v="0" actId="1076"/>
          <ac:picMkLst>
            <pc:docMk/>
            <pc:sldMk cId="546536083" sldId="256"/>
            <ac:picMk id="50" creationId="{387735B0-453E-A67C-BF96-B44CFBD77446}"/>
          </ac:picMkLst>
        </pc:picChg>
        <pc:picChg chg="mod">
          <ac:chgData name="Bellu, Gowri Shanker" userId="e4b71a44-d6f9-4d3b-9b6e-2cadb6b1c0ec" providerId="ADAL" clId="{5FC56B7B-2AE1-48C6-AAA3-019F1F6B3F19}" dt="2026-02-03T08:52:23.412" v="0" actId="1076"/>
          <ac:picMkLst>
            <pc:docMk/>
            <pc:sldMk cId="546536083" sldId="256"/>
            <ac:picMk id="53" creationId="{855C3B6B-C3FD-E1E4-DAE1-C0C8CFFDFAAC}"/>
          </ac:picMkLst>
        </pc:picChg>
      </pc:sldChg>
    </pc:docChg>
  </pc:docChgLst>
  <pc:docChgLst>
    <pc:chgData name="Bellu, Gowri Shanker" userId="e4b71a44-d6f9-4d3b-9b6e-2cadb6b1c0ec" providerId="ADAL" clId="{FEB7CA39-640E-4000-BF80-FEADB700006F}"/>
    <pc:docChg chg="modSld">
      <pc:chgData name="Bellu, Gowri Shanker" userId="e4b71a44-d6f9-4d3b-9b6e-2cadb6b1c0ec" providerId="ADAL" clId="{FEB7CA39-640E-4000-BF80-FEADB700006F}" dt="2026-02-06T12:34:04.386" v="20" actId="1076"/>
      <pc:docMkLst>
        <pc:docMk/>
      </pc:docMkLst>
      <pc:sldChg chg="addSp modSp mod">
        <pc:chgData name="Bellu, Gowri Shanker" userId="e4b71a44-d6f9-4d3b-9b6e-2cadb6b1c0ec" providerId="ADAL" clId="{FEB7CA39-640E-4000-BF80-FEADB700006F}" dt="2026-02-06T12:34:04.386" v="20" actId="1076"/>
        <pc:sldMkLst>
          <pc:docMk/>
          <pc:sldMk cId="546536083" sldId="256"/>
        </pc:sldMkLst>
        <pc:picChg chg="add mod">
          <ac:chgData name="Bellu, Gowri Shanker" userId="e4b71a44-d6f9-4d3b-9b6e-2cadb6b1c0ec" providerId="ADAL" clId="{FEB7CA39-640E-4000-BF80-FEADB700006F}" dt="2026-02-06T12:24:37.391" v="1" actId="1076"/>
          <ac:picMkLst>
            <pc:docMk/>
            <pc:sldMk cId="546536083" sldId="256"/>
            <ac:picMk id="4" creationId="{68A06556-9434-70C6-11AA-D77D2DBBA307}"/>
          </ac:picMkLst>
        </pc:picChg>
        <pc:picChg chg="mod">
          <ac:chgData name="Bellu, Gowri Shanker" userId="e4b71a44-d6f9-4d3b-9b6e-2cadb6b1c0ec" providerId="ADAL" clId="{FEB7CA39-640E-4000-BF80-FEADB700006F}" dt="2026-02-06T12:24:39.995" v="2" actId="1076"/>
          <ac:picMkLst>
            <pc:docMk/>
            <pc:sldMk cId="546536083" sldId="256"/>
            <ac:picMk id="5" creationId="{22E0B9E7-CAF3-9B8E-E3C8-8207F420AF07}"/>
          </ac:picMkLst>
        </pc:picChg>
        <pc:picChg chg="add mod">
          <ac:chgData name="Bellu, Gowri Shanker" userId="e4b71a44-d6f9-4d3b-9b6e-2cadb6b1c0ec" providerId="ADAL" clId="{FEB7CA39-640E-4000-BF80-FEADB700006F}" dt="2026-02-06T12:26:13.777" v="4" actId="1076"/>
          <ac:picMkLst>
            <pc:docMk/>
            <pc:sldMk cId="546536083" sldId="256"/>
            <ac:picMk id="7" creationId="{0B658666-26EC-AE1E-4A7A-44C354B70C0C}"/>
          </ac:picMkLst>
        </pc:picChg>
        <pc:picChg chg="add mod">
          <ac:chgData name="Bellu, Gowri Shanker" userId="e4b71a44-d6f9-4d3b-9b6e-2cadb6b1c0ec" providerId="ADAL" clId="{FEB7CA39-640E-4000-BF80-FEADB700006F}" dt="2026-02-06T12:26:36.919" v="6" actId="1076"/>
          <ac:picMkLst>
            <pc:docMk/>
            <pc:sldMk cId="546536083" sldId="256"/>
            <ac:picMk id="11" creationId="{B0FC902E-4467-BDCD-C3DB-C73F24E4B620}"/>
          </ac:picMkLst>
        </pc:picChg>
        <pc:picChg chg="add mod">
          <ac:chgData name="Bellu, Gowri Shanker" userId="e4b71a44-d6f9-4d3b-9b6e-2cadb6b1c0ec" providerId="ADAL" clId="{FEB7CA39-640E-4000-BF80-FEADB700006F}" dt="2026-02-06T12:29:32.923" v="11" actId="1076"/>
          <ac:picMkLst>
            <pc:docMk/>
            <pc:sldMk cId="546536083" sldId="256"/>
            <ac:picMk id="13" creationId="{4E9D4DE8-B023-F973-9B67-260B100D0AF4}"/>
          </ac:picMkLst>
        </pc:picChg>
        <pc:picChg chg="add mod">
          <ac:chgData name="Bellu, Gowri Shanker" userId="e4b71a44-d6f9-4d3b-9b6e-2cadb6b1c0ec" providerId="ADAL" clId="{FEB7CA39-640E-4000-BF80-FEADB700006F}" dt="2026-02-06T12:29:01.662" v="9" actId="1076"/>
          <ac:picMkLst>
            <pc:docMk/>
            <pc:sldMk cId="546536083" sldId="256"/>
            <ac:picMk id="27" creationId="{39F34591-7610-CABD-9F10-7A015B0EFBB5}"/>
          </ac:picMkLst>
        </pc:picChg>
        <pc:picChg chg="add mod">
          <ac:chgData name="Bellu, Gowri Shanker" userId="e4b71a44-d6f9-4d3b-9b6e-2cadb6b1c0ec" providerId="ADAL" clId="{FEB7CA39-640E-4000-BF80-FEADB700006F}" dt="2026-02-06T12:29:34.755" v="12" actId="1076"/>
          <ac:picMkLst>
            <pc:docMk/>
            <pc:sldMk cId="546536083" sldId="256"/>
            <ac:picMk id="29" creationId="{24D0C927-4820-CC92-ED8F-9692E64B6790}"/>
          </ac:picMkLst>
        </pc:picChg>
        <pc:picChg chg="add mod">
          <ac:chgData name="Bellu, Gowri Shanker" userId="e4b71a44-d6f9-4d3b-9b6e-2cadb6b1c0ec" providerId="ADAL" clId="{FEB7CA39-640E-4000-BF80-FEADB700006F}" dt="2026-02-06T12:31:38.160" v="14" actId="1076"/>
          <ac:picMkLst>
            <pc:docMk/>
            <pc:sldMk cId="546536083" sldId="256"/>
            <ac:picMk id="31" creationId="{B508F49C-CC50-F08A-C3CF-5597021447B0}"/>
          </ac:picMkLst>
        </pc:picChg>
        <pc:picChg chg="add mod">
          <ac:chgData name="Bellu, Gowri Shanker" userId="e4b71a44-d6f9-4d3b-9b6e-2cadb6b1c0ec" providerId="ADAL" clId="{FEB7CA39-640E-4000-BF80-FEADB700006F}" dt="2026-02-06T12:32:40.551" v="16" actId="1076"/>
          <ac:picMkLst>
            <pc:docMk/>
            <pc:sldMk cId="546536083" sldId="256"/>
            <ac:picMk id="33" creationId="{219C973E-3049-4924-0C70-8315BDB6B422}"/>
          </ac:picMkLst>
        </pc:picChg>
        <pc:picChg chg="add mod">
          <ac:chgData name="Bellu, Gowri Shanker" userId="e4b71a44-d6f9-4d3b-9b6e-2cadb6b1c0ec" providerId="ADAL" clId="{FEB7CA39-640E-4000-BF80-FEADB700006F}" dt="2026-02-06T12:33:16.764" v="18" actId="1076"/>
          <ac:picMkLst>
            <pc:docMk/>
            <pc:sldMk cId="546536083" sldId="256"/>
            <ac:picMk id="38" creationId="{1455C76B-E3DB-227A-0564-613DD71C28F9}"/>
          </ac:picMkLst>
        </pc:picChg>
        <pc:picChg chg="add mod">
          <ac:chgData name="Bellu, Gowri Shanker" userId="e4b71a44-d6f9-4d3b-9b6e-2cadb6b1c0ec" providerId="ADAL" clId="{FEB7CA39-640E-4000-BF80-FEADB700006F}" dt="2026-02-06T12:34:04.386" v="20" actId="1076"/>
          <ac:picMkLst>
            <pc:docMk/>
            <pc:sldMk cId="546536083" sldId="256"/>
            <ac:picMk id="40" creationId="{6EB9268E-A32B-1877-4B0A-0DDEB8CAB9E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4876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1531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9" Type="http://schemas.openxmlformats.org/officeDocument/2006/relationships/image" Target="../media/image38.svg"/><Relationship Id="rId21" Type="http://schemas.openxmlformats.org/officeDocument/2006/relationships/image" Target="../media/image20.svg"/><Relationship Id="rId34" Type="http://schemas.openxmlformats.org/officeDocument/2006/relationships/image" Target="../media/image33.png"/><Relationship Id="rId42" Type="http://schemas.openxmlformats.org/officeDocument/2006/relationships/image" Target="../media/image41.png"/><Relationship Id="rId47" Type="http://schemas.openxmlformats.org/officeDocument/2006/relationships/image" Target="../media/image46.svg"/><Relationship Id="rId50" Type="http://schemas.openxmlformats.org/officeDocument/2006/relationships/image" Target="../media/image49.png"/><Relationship Id="rId55" Type="http://schemas.openxmlformats.org/officeDocument/2006/relationships/image" Target="../media/image54.svg"/><Relationship Id="rId63" Type="http://schemas.openxmlformats.org/officeDocument/2006/relationships/image" Target="../media/image62.svg"/><Relationship Id="rId68" Type="http://schemas.openxmlformats.org/officeDocument/2006/relationships/image" Target="../media/image67.png"/><Relationship Id="rId7" Type="http://schemas.openxmlformats.org/officeDocument/2006/relationships/image" Target="../media/image6.svg"/><Relationship Id="rId71" Type="http://schemas.openxmlformats.org/officeDocument/2006/relationships/image" Target="../media/image70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9" Type="http://schemas.openxmlformats.org/officeDocument/2006/relationships/image" Target="../media/image28.svg"/><Relationship Id="rId11" Type="http://schemas.openxmlformats.org/officeDocument/2006/relationships/image" Target="../media/image10.sv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37" Type="http://schemas.openxmlformats.org/officeDocument/2006/relationships/image" Target="../media/image36.svg"/><Relationship Id="rId40" Type="http://schemas.openxmlformats.org/officeDocument/2006/relationships/image" Target="../media/image39.png"/><Relationship Id="rId45" Type="http://schemas.openxmlformats.org/officeDocument/2006/relationships/image" Target="../media/image44.svg"/><Relationship Id="rId53" Type="http://schemas.openxmlformats.org/officeDocument/2006/relationships/image" Target="../media/image52.svg"/><Relationship Id="rId58" Type="http://schemas.openxmlformats.org/officeDocument/2006/relationships/image" Target="../media/image57.png"/><Relationship Id="rId66" Type="http://schemas.openxmlformats.org/officeDocument/2006/relationships/image" Target="../media/image65.pn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23" Type="http://schemas.openxmlformats.org/officeDocument/2006/relationships/image" Target="../media/image22.sv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49" Type="http://schemas.openxmlformats.org/officeDocument/2006/relationships/image" Target="../media/image48.svg"/><Relationship Id="rId57" Type="http://schemas.openxmlformats.org/officeDocument/2006/relationships/image" Target="../media/image56.svg"/><Relationship Id="rId61" Type="http://schemas.openxmlformats.org/officeDocument/2006/relationships/image" Target="../media/image60.sv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31" Type="http://schemas.openxmlformats.org/officeDocument/2006/relationships/image" Target="../media/image30.svg"/><Relationship Id="rId44" Type="http://schemas.openxmlformats.org/officeDocument/2006/relationships/image" Target="../media/image43.png"/><Relationship Id="rId52" Type="http://schemas.openxmlformats.org/officeDocument/2006/relationships/image" Target="../media/image51.png"/><Relationship Id="rId60" Type="http://schemas.openxmlformats.org/officeDocument/2006/relationships/image" Target="../media/image59.png"/><Relationship Id="rId65" Type="http://schemas.openxmlformats.org/officeDocument/2006/relationships/image" Target="../media/image64.svg"/><Relationship Id="rId73" Type="http://schemas.openxmlformats.org/officeDocument/2006/relationships/image" Target="../media/image72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svg"/><Relationship Id="rId30" Type="http://schemas.openxmlformats.org/officeDocument/2006/relationships/image" Target="../media/image29.png"/><Relationship Id="rId35" Type="http://schemas.openxmlformats.org/officeDocument/2006/relationships/image" Target="../media/image34.svg"/><Relationship Id="rId43" Type="http://schemas.openxmlformats.org/officeDocument/2006/relationships/image" Target="../media/image42.svg"/><Relationship Id="rId48" Type="http://schemas.openxmlformats.org/officeDocument/2006/relationships/image" Target="../media/image47.png"/><Relationship Id="rId56" Type="http://schemas.openxmlformats.org/officeDocument/2006/relationships/image" Target="../media/image55.png"/><Relationship Id="rId64" Type="http://schemas.openxmlformats.org/officeDocument/2006/relationships/image" Target="../media/image63.png"/><Relationship Id="rId69" Type="http://schemas.openxmlformats.org/officeDocument/2006/relationships/image" Target="../media/image68.svg"/><Relationship Id="rId8" Type="http://schemas.openxmlformats.org/officeDocument/2006/relationships/image" Target="../media/image7.png"/><Relationship Id="rId51" Type="http://schemas.openxmlformats.org/officeDocument/2006/relationships/image" Target="../media/image50.svg"/><Relationship Id="rId72" Type="http://schemas.openxmlformats.org/officeDocument/2006/relationships/image" Target="../media/image71.png"/><Relationship Id="rId3" Type="http://schemas.openxmlformats.org/officeDocument/2006/relationships/image" Target="../media/image2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5" Type="http://schemas.openxmlformats.org/officeDocument/2006/relationships/image" Target="../media/image24.svg"/><Relationship Id="rId33" Type="http://schemas.openxmlformats.org/officeDocument/2006/relationships/image" Target="../media/image32.svg"/><Relationship Id="rId38" Type="http://schemas.openxmlformats.org/officeDocument/2006/relationships/image" Target="../media/image37.png"/><Relationship Id="rId46" Type="http://schemas.openxmlformats.org/officeDocument/2006/relationships/image" Target="../media/image45.png"/><Relationship Id="rId59" Type="http://schemas.openxmlformats.org/officeDocument/2006/relationships/image" Target="../media/image58.svg"/><Relationship Id="rId67" Type="http://schemas.openxmlformats.org/officeDocument/2006/relationships/image" Target="../media/image66.svg"/><Relationship Id="rId20" Type="http://schemas.openxmlformats.org/officeDocument/2006/relationships/image" Target="../media/image19.png"/><Relationship Id="rId41" Type="http://schemas.openxmlformats.org/officeDocument/2006/relationships/image" Target="../media/image40.svg"/><Relationship Id="rId54" Type="http://schemas.openxmlformats.org/officeDocument/2006/relationships/image" Target="../media/image53.png"/><Relationship Id="rId62" Type="http://schemas.openxmlformats.org/officeDocument/2006/relationships/image" Target="../media/image61.png"/><Relationship Id="rId70" Type="http://schemas.openxmlformats.org/officeDocument/2006/relationships/image" Target="../media/image6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 descr="Gears with solid fill">
            <a:extLst>
              <a:ext uri="{FF2B5EF4-FFF2-40B4-BE49-F238E27FC236}">
                <a16:creationId xmlns:a16="http://schemas.microsoft.com/office/drawing/2014/main" id="{0A5EAD75-C79D-EED1-3B4A-6A4F5FEDCE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08107" y="5600047"/>
            <a:ext cx="309044" cy="309044"/>
          </a:xfrm>
          <a:prstGeom prst="rect">
            <a:avLst/>
          </a:prstGeom>
        </p:spPr>
      </p:pic>
      <p:pic>
        <p:nvPicPr>
          <p:cNvPr id="9" name="Graphic 8" descr="Run with solid fill">
            <a:extLst>
              <a:ext uri="{FF2B5EF4-FFF2-40B4-BE49-F238E27FC236}">
                <a16:creationId xmlns:a16="http://schemas.microsoft.com/office/drawing/2014/main" id="{18D98261-5541-A623-6A14-1008DBB2DC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9923" y="5616523"/>
            <a:ext cx="309044" cy="309044"/>
          </a:xfrm>
          <a:prstGeom prst="rect">
            <a:avLst/>
          </a:prstGeom>
        </p:spPr>
      </p:pic>
      <p:pic>
        <p:nvPicPr>
          <p:cNvPr id="14" name="Graphic 13" descr="Sleep with solid fill">
            <a:extLst>
              <a:ext uri="{FF2B5EF4-FFF2-40B4-BE49-F238E27FC236}">
                <a16:creationId xmlns:a16="http://schemas.microsoft.com/office/drawing/2014/main" id="{A310A1E9-8742-F981-6D07-116495F6B5E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116197" y="4428817"/>
            <a:ext cx="319243" cy="319243"/>
          </a:xfrm>
          <a:prstGeom prst="rect">
            <a:avLst/>
          </a:prstGeom>
        </p:spPr>
      </p:pic>
      <p:pic>
        <p:nvPicPr>
          <p:cNvPr id="15" name="Graphic 14" descr="Palette with solid fill">
            <a:extLst>
              <a:ext uri="{FF2B5EF4-FFF2-40B4-BE49-F238E27FC236}">
                <a16:creationId xmlns:a16="http://schemas.microsoft.com/office/drawing/2014/main" id="{DAD9AB77-06A4-9DEC-7499-A903F41186B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85859" y="4416745"/>
            <a:ext cx="319243" cy="319243"/>
          </a:xfrm>
          <a:prstGeom prst="rect">
            <a:avLst/>
          </a:prstGeom>
        </p:spPr>
      </p:pic>
      <p:pic>
        <p:nvPicPr>
          <p:cNvPr id="16" name="Graphic 15" descr="Gymnast: Rings with solid fill">
            <a:extLst>
              <a:ext uri="{FF2B5EF4-FFF2-40B4-BE49-F238E27FC236}">
                <a16:creationId xmlns:a16="http://schemas.microsoft.com/office/drawing/2014/main" id="{AC72E62E-B96B-81F5-4A97-4190EAEE2E8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048486" y="1433685"/>
            <a:ext cx="319243" cy="319243"/>
          </a:xfrm>
          <a:prstGeom prst="rect">
            <a:avLst/>
          </a:prstGeom>
        </p:spPr>
      </p:pic>
      <p:pic>
        <p:nvPicPr>
          <p:cNvPr id="17" name="Graphic 16" descr="Shoe footprints with solid fill">
            <a:extLst>
              <a:ext uri="{FF2B5EF4-FFF2-40B4-BE49-F238E27FC236}">
                <a16:creationId xmlns:a16="http://schemas.microsoft.com/office/drawing/2014/main" id="{EEEC2E4A-33A7-7361-EA7A-6F72F72A913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08862" y="4416746"/>
            <a:ext cx="319243" cy="319243"/>
          </a:xfrm>
          <a:prstGeom prst="rect">
            <a:avLst/>
          </a:prstGeom>
        </p:spPr>
      </p:pic>
      <p:pic>
        <p:nvPicPr>
          <p:cNvPr id="18" name="Graphic 17" descr="Steering Wheel with solid fill">
            <a:extLst>
              <a:ext uri="{FF2B5EF4-FFF2-40B4-BE49-F238E27FC236}">
                <a16:creationId xmlns:a16="http://schemas.microsoft.com/office/drawing/2014/main" id="{75824C59-DAB2-59BF-9EC9-86B3BBF8174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999613" y="2173432"/>
            <a:ext cx="319243" cy="319243"/>
          </a:xfrm>
          <a:prstGeom prst="rect">
            <a:avLst/>
          </a:prstGeom>
        </p:spPr>
      </p:pic>
      <p:pic>
        <p:nvPicPr>
          <p:cNvPr id="19" name="Graphic 18" descr="Suit with solid fill">
            <a:extLst>
              <a:ext uri="{FF2B5EF4-FFF2-40B4-BE49-F238E27FC236}">
                <a16:creationId xmlns:a16="http://schemas.microsoft.com/office/drawing/2014/main" id="{221B5BE9-D234-D10A-4494-900F42C9C28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309822" y="2131982"/>
            <a:ext cx="319243" cy="319243"/>
          </a:xfrm>
          <a:prstGeom prst="rect">
            <a:avLst/>
          </a:prstGeom>
        </p:spPr>
      </p:pic>
      <p:pic>
        <p:nvPicPr>
          <p:cNvPr id="20" name="Graphic 19" descr="Person eating with solid fill">
            <a:extLst>
              <a:ext uri="{FF2B5EF4-FFF2-40B4-BE49-F238E27FC236}">
                <a16:creationId xmlns:a16="http://schemas.microsoft.com/office/drawing/2014/main" id="{D105B543-5CC0-A3DC-4307-3C3F4810A125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91672" y="2131982"/>
            <a:ext cx="319243" cy="319243"/>
          </a:xfrm>
          <a:prstGeom prst="rect">
            <a:avLst/>
          </a:prstGeom>
        </p:spPr>
      </p:pic>
      <p:pic>
        <p:nvPicPr>
          <p:cNvPr id="21" name="Graphic 20" descr="Home1 with solid fill">
            <a:extLst>
              <a:ext uri="{FF2B5EF4-FFF2-40B4-BE49-F238E27FC236}">
                <a16:creationId xmlns:a16="http://schemas.microsoft.com/office/drawing/2014/main" id="{99B0D6D1-2330-9FD7-1CF7-80F7A4FF54BC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297485" y="1396047"/>
            <a:ext cx="319243" cy="319243"/>
          </a:xfrm>
          <a:prstGeom prst="rect">
            <a:avLst/>
          </a:prstGeom>
        </p:spPr>
      </p:pic>
      <p:pic>
        <p:nvPicPr>
          <p:cNvPr id="22" name="Graphic 21" descr="Lotus Flower with solid fill">
            <a:extLst>
              <a:ext uri="{FF2B5EF4-FFF2-40B4-BE49-F238E27FC236}">
                <a16:creationId xmlns:a16="http://schemas.microsoft.com/office/drawing/2014/main" id="{20DD142C-AE84-C89C-4895-2242202408B7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466441" y="1415290"/>
            <a:ext cx="319243" cy="319243"/>
          </a:xfrm>
          <a:prstGeom prst="rect">
            <a:avLst/>
          </a:prstGeom>
        </p:spPr>
      </p:pic>
      <p:pic>
        <p:nvPicPr>
          <p:cNvPr id="23" name="Graphic 22" descr="Homeopathy with solid fill">
            <a:extLst>
              <a:ext uri="{FF2B5EF4-FFF2-40B4-BE49-F238E27FC236}">
                <a16:creationId xmlns:a16="http://schemas.microsoft.com/office/drawing/2014/main" id="{699EFAA0-A7D8-DCC5-E3F4-FEBB1BE648C5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2066082" y="638990"/>
            <a:ext cx="319243" cy="319243"/>
          </a:xfrm>
          <a:prstGeom prst="rect">
            <a:avLst/>
          </a:prstGeom>
        </p:spPr>
      </p:pic>
      <p:pic>
        <p:nvPicPr>
          <p:cNvPr id="24" name="Graphic 23" descr="Shower with solid fill">
            <a:extLst>
              <a:ext uri="{FF2B5EF4-FFF2-40B4-BE49-F238E27FC236}">
                <a16:creationId xmlns:a16="http://schemas.microsoft.com/office/drawing/2014/main" id="{9C87B69E-627E-64F2-D707-CA1230DB58AD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285859" y="630048"/>
            <a:ext cx="319243" cy="319243"/>
          </a:xfrm>
          <a:prstGeom prst="rect">
            <a:avLst/>
          </a:prstGeom>
        </p:spPr>
      </p:pic>
      <p:pic>
        <p:nvPicPr>
          <p:cNvPr id="25" name="Graphic 24" descr="Alarm Ringing with solid fill">
            <a:extLst>
              <a:ext uri="{FF2B5EF4-FFF2-40B4-BE49-F238E27FC236}">
                <a16:creationId xmlns:a16="http://schemas.microsoft.com/office/drawing/2014/main" id="{C13862CA-2E89-B86E-70AA-74371C04E350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491673" y="660529"/>
            <a:ext cx="319243" cy="319243"/>
          </a:xfrm>
          <a:prstGeom prst="rect">
            <a:avLst/>
          </a:prstGeom>
        </p:spPr>
      </p:pic>
      <p:pic>
        <p:nvPicPr>
          <p:cNvPr id="35" name="Graphic 34" descr="Head with gears with solid fill">
            <a:extLst>
              <a:ext uri="{FF2B5EF4-FFF2-40B4-BE49-F238E27FC236}">
                <a16:creationId xmlns:a16="http://schemas.microsoft.com/office/drawing/2014/main" id="{1310EA8F-EAD9-CC0C-8C9F-3E52CB736BF4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512113" y="2938246"/>
            <a:ext cx="278360" cy="278360"/>
          </a:xfrm>
          <a:prstGeom prst="rect">
            <a:avLst/>
          </a:prstGeom>
        </p:spPr>
      </p:pic>
      <p:pic>
        <p:nvPicPr>
          <p:cNvPr id="36" name="Graphic 35" descr="Lotus Flower with solid fill">
            <a:extLst>
              <a:ext uri="{FF2B5EF4-FFF2-40B4-BE49-F238E27FC236}">
                <a16:creationId xmlns:a16="http://schemas.microsoft.com/office/drawing/2014/main" id="{9683EA48-D6A6-C639-D672-41A6C1412CA7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326661" y="2899682"/>
            <a:ext cx="319243" cy="319243"/>
          </a:xfrm>
          <a:prstGeom prst="rect">
            <a:avLst/>
          </a:prstGeom>
        </p:spPr>
      </p:pic>
      <p:pic>
        <p:nvPicPr>
          <p:cNvPr id="37" name="Graphic 36" descr="Person eating with solid fill">
            <a:extLst>
              <a:ext uri="{FF2B5EF4-FFF2-40B4-BE49-F238E27FC236}">
                <a16:creationId xmlns:a16="http://schemas.microsoft.com/office/drawing/2014/main" id="{9513B8D2-3640-F89C-ACBE-7A5653E6BB50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064693" y="2897363"/>
            <a:ext cx="319243" cy="319243"/>
          </a:xfrm>
          <a:prstGeom prst="rect">
            <a:avLst/>
          </a:prstGeom>
        </p:spPr>
      </p:pic>
      <p:pic>
        <p:nvPicPr>
          <p:cNvPr id="41" name="Graphic 40" descr="Chat with solid fill">
            <a:extLst>
              <a:ext uri="{FF2B5EF4-FFF2-40B4-BE49-F238E27FC236}">
                <a16:creationId xmlns:a16="http://schemas.microsoft.com/office/drawing/2014/main" id="{3626640A-9926-44C8-12AA-3DA58222CC2F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529316" y="3688297"/>
            <a:ext cx="359403" cy="359403"/>
          </a:xfrm>
          <a:prstGeom prst="rect">
            <a:avLst/>
          </a:prstGeom>
        </p:spPr>
      </p:pic>
      <p:pic>
        <p:nvPicPr>
          <p:cNvPr id="42" name="Graphic 41" descr="Coffee with solid fill">
            <a:extLst>
              <a:ext uri="{FF2B5EF4-FFF2-40B4-BE49-F238E27FC236}">
                <a16:creationId xmlns:a16="http://schemas.microsoft.com/office/drawing/2014/main" id="{9650117F-5CAC-083D-04E1-C74CCB5BCF5E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1337821" y="3639885"/>
            <a:ext cx="359403" cy="359403"/>
          </a:xfrm>
          <a:prstGeom prst="rect">
            <a:avLst/>
          </a:prstGeom>
        </p:spPr>
      </p:pic>
      <p:pic>
        <p:nvPicPr>
          <p:cNvPr id="45" name="Graphic 44" descr="Moon and stars with solid fill">
            <a:extLst>
              <a:ext uri="{FF2B5EF4-FFF2-40B4-BE49-F238E27FC236}">
                <a16:creationId xmlns:a16="http://schemas.microsoft.com/office/drawing/2014/main" id="{A8659A37-3879-E058-EB39-E4CAEF24D33A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2734592" y="603478"/>
            <a:ext cx="131795" cy="131795"/>
          </a:xfrm>
          <a:prstGeom prst="rect">
            <a:avLst/>
          </a:prstGeom>
        </p:spPr>
      </p:pic>
      <p:pic>
        <p:nvPicPr>
          <p:cNvPr id="46" name="Graphic 45" descr="Moon with solid fill">
            <a:extLst>
              <a:ext uri="{FF2B5EF4-FFF2-40B4-BE49-F238E27FC236}">
                <a16:creationId xmlns:a16="http://schemas.microsoft.com/office/drawing/2014/main" id="{58FA2869-5B23-EAE6-084C-98C2B578E1DC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2737070" y="3986730"/>
            <a:ext cx="131795" cy="131795"/>
          </a:xfrm>
          <a:prstGeom prst="rect">
            <a:avLst/>
          </a:prstGeom>
        </p:spPr>
      </p:pic>
      <p:pic>
        <p:nvPicPr>
          <p:cNvPr id="47" name="Graphic 46" descr="Partial sun with solid fill">
            <a:extLst>
              <a:ext uri="{FF2B5EF4-FFF2-40B4-BE49-F238E27FC236}">
                <a16:creationId xmlns:a16="http://schemas.microsoft.com/office/drawing/2014/main" id="{0EA7B94B-4D32-0997-C418-6E6DDA885EA8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2734592" y="1170102"/>
            <a:ext cx="131795" cy="131795"/>
          </a:xfrm>
          <a:prstGeom prst="rect">
            <a:avLst/>
          </a:prstGeom>
        </p:spPr>
      </p:pic>
      <p:pic>
        <p:nvPicPr>
          <p:cNvPr id="48" name="Graphic 47" descr="Sunset scene with solid fill">
            <a:extLst>
              <a:ext uri="{FF2B5EF4-FFF2-40B4-BE49-F238E27FC236}">
                <a16:creationId xmlns:a16="http://schemas.microsoft.com/office/drawing/2014/main" id="{CBEE7EF2-6F7C-E402-5780-82B348F5810A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2749773" y="1925505"/>
            <a:ext cx="131795" cy="131795"/>
          </a:xfrm>
          <a:prstGeom prst="rect">
            <a:avLst/>
          </a:prstGeom>
        </p:spPr>
      </p:pic>
      <p:pic>
        <p:nvPicPr>
          <p:cNvPr id="49" name="Graphic 48" descr="Sun with solid fill">
            <a:extLst>
              <a:ext uri="{FF2B5EF4-FFF2-40B4-BE49-F238E27FC236}">
                <a16:creationId xmlns:a16="http://schemas.microsoft.com/office/drawing/2014/main" id="{5FBE3D9B-4DD7-0927-E544-2893107D148B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2749773" y="2879495"/>
            <a:ext cx="131795" cy="131795"/>
          </a:xfrm>
          <a:prstGeom prst="rect">
            <a:avLst/>
          </a:prstGeom>
        </p:spPr>
      </p:pic>
      <p:pic>
        <p:nvPicPr>
          <p:cNvPr id="50" name="Graphic 49" descr="Moon and stars with solid fill">
            <a:extLst>
              <a:ext uri="{FF2B5EF4-FFF2-40B4-BE49-F238E27FC236}">
                <a16:creationId xmlns:a16="http://schemas.microsoft.com/office/drawing/2014/main" id="{387735B0-453E-A67C-BF96-B44CFBD77446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2739921" y="4773006"/>
            <a:ext cx="131795" cy="131795"/>
          </a:xfrm>
          <a:prstGeom prst="rect">
            <a:avLst/>
          </a:prstGeom>
        </p:spPr>
      </p:pic>
      <p:pic>
        <p:nvPicPr>
          <p:cNvPr id="53" name="Graphic 52" descr="Drama with solid fill">
            <a:extLst>
              <a:ext uri="{FF2B5EF4-FFF2-40B4-BE49-F238E27FC236}">
                <a16:creationId xmlns:a16="http://schemas.microsoft.com/office/drawing/2014/main" id="{855C3B6B-C3FD-E1E4-DAE1-C0C8CFFDFAAC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2087535" y="3712709"/>
            <a:ext cx="330982" cy="330982"/>
          </a:xfrm>
          <a:prstGeom prst="rect">
            <a:avLst/>
          </a:prstGeom>
        </p:spPr>
      </p:pic>
      <p:pic>
        <p:nvPicPr>
          <p:cNvPr id="55" name="Graphic 54" descr="Gauge with solid fill">
            <a:extLst>
              <a:ext uri="{FF2B5EF4-FFF2-40B4-BE49-F238E27FC236}">
                <a16:creationId xmlns:a16="http://schemas.microsoft.com/office/drawing/2014/main" id="{E4A51AC5-2C47-2B9C-8CAF-41F5DA116808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1397377" y="5586891"/>
            <a:ext cx="335357" cy="335357"/>
          </a:xfrm>
          <a:prstGeom prst="rect">
            <a:avLst/>
          </a:prstGeom>
        </p:spPr>
      </p:pic>
      <p:pic>
        <p:nvPicPr>
          <p:cNvPr id="3" name="Graphic 2" descr="Boardroom with solid fill">
            <a:extLst>
              <a:ext uri="{FF2B5EF4-FFF2-40B4-BE49-F238E27FC236}">
                <a16:creationId xmlns:a16="http://schemas.microsoft.com/office/drawing/2014/main" id="{A0294671-1C96-3E1D-4393-0B41C7F16D1A}"/>
              </a:ext>
            </a:extLst>
          </p:cNvPr>
          <p:cNvPicPr>
            <a:picLocks noChangeAspect="1"/>
          </p:cNvPicPr>
          <p:nvPr/>
        </p:nvPicPr>
        <p:blipFill>
          <a:blip r:embed="rId50"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5382126" y="4045477"/>
            <a:ext cx="914400" cy="914400"/>
          </a:xfrm>
          <a:prstGeom prst="rect">
            <a:avLst/>
          </a:prstGeom>
        </p:spPr>
      </p:pic>
      <p:pic>
        <p:nvPicPr>
          <p:cNvPr id="5" name="Graphic 4" descr="Email with solid fill">
            <a:extLst>
              <a:ext uri="{FF2B5EF4-FFF2-40B4-BE49-F238E27FC236}">
                <a16:creationId xmlns:a16="http://schemas.microsoft.com/office/drawing/2014/main" id="{22E0B9E7-CAF3-9B8E-E3C8-8207F420AF07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4222220" y="4672491"/>
            <a:ext cx="914400" cy="914400"/>
          </a:xfrm>
          <a:prstGeom prst="rect">
            <a:avLst/>
          </a:prstGeom>
        </p:spPr>
      </p:pic>
      <p:pic>
        <p:nvPicPr>
          <p:cNvPr id="4" name="Graphic 3" descr="Comb with solid fill">
            <a:extLst>
              <a:ext uri="{FF2B5EF4-FFF2-40B4-BE49-F238E27FC236}">
                <a16:creationId xmlns:a16="http://schemas.microsoft.com/office/drawing/2014/main" id="{68A06556-9434-70C6-11AA-D77D2DBBA307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5391958" y="650181"/>
            <a:ext cx="914400" cy="914400"/>
          </a:xfrm>
          <a:prstGeom prst="rect">
            <a:avLst/>
          </a:prstGeom>
        </p:spPr>
      </p:pic>
      <p:pic>
        <p:nvPicPr>
          <p:cNvPr id="7" name="Graphic 6" descr="Hammock with solid fill">
            <a:extLst>
              <a:ext uri="{FF2B5EF4-FFF2-40B4-BE49-F238E27FC236}">
                <a16:creationId xmlns:a16="http://schemas.microsoft.com/office/drawing/2014/main" id="{0B658666-26EC-AE1E-4A7A-44C354B70C0C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6612194" y="2224543"/>
            <a:ext cx="914400" cy="914400"/>
          </a:xfrm>
          <a:prstGeom prst="rect">
            <a:avLst/>
          </a:prstGeom>
        </p:spPr>
      </p:pic>
      <p:pic>
        <p:nvPicPr>
          <p:cNvPr id="11" name="Graphic 10" descr="Hang Loose Hand Gesture with solid fill">
            <a:extLst>
              <a:ext uri="{FF2B5EF4-FFF2-40B4-BE49-F238E27FC236}">
                <a16:creationId xmlns:a16="http://schemas.microsoft.com/office/drawing/2014/main" id="{B0FC902E-4467-BDCD-C3DB-C73F24E4B620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4255598" y="1011105"/>
            <a:ext cx="914400" cy="914400"/>
          </a:xfrm>
          <a:prstGeom prst="rect">
            <a:avLst/>
          </a:prstGeom>
        </p:spPr>
      </p:pic>
      <p:pic>
        <p:nvPicPr>
          <p:cNvPr id="13" name="Graphic 12" descr="Road with solid fill">
            <a:extLst>
              <a:ext uri="{FF2B5EF4-FFF2-40B4-BE49-F238E27FC236}">
                <a16:creationId xmlns:a16="http://schemas.microsoft.com/office/drawing/2014/main" id="{4E9D4DE8-B023-F973-9B67-260B100D0AF4}"/>
              </a:ext>
            </a:extLst>
          </p:cNvPr>
          <p:cNvPicPr>
            <a:picLocks noChangeAspect="1"/>
          </p:cNvPicPr>
          <p:nvPr/>
        </p:nvPicPr>
        <p:blipFill>
          <a:blip r:embed="rId60"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  <a:stretch>
            <a:fillRect/>
          </a:stretch>
        </p:blipFill>
        <p:spPr>
          <a:xfrm>
            <a:off x="8313174" y="2554090"/>
            <a:ext cx="914400" cy="914400"/>
          </a:xfrm>
          <a:prstGeom prst="rect">
            <a:avLst/>
          </a:prstGeom>
        </p:spPr>
      </p:pic>
      <p:pic>
        <p:nvPicPr>
          <p:cNvPr id="27" name="Graphic 26" descr="Popcorn with solid fill">
            <a:extLst>
              <a:ext uri="{FF2B5EF4-FFF2-40B4-BE49-F238E27FC236}">
                <a16:creationId xmlns:a16="http://schemas.microsoft.com/office/drawing/2014/main" id="{39F34591-7610-CABD-9F10-7A015B0EFBB5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7152968" y="3542088"/>
            <a:ext cx="914400" cy="914400"/>
          </a:xfrm>
          <a:prstGeom prst="rect">
            <a:avLst/>
          </a:prstGeom>
        </p:spPr>
      </p:pic>
      <p:pic>
        <p:nvPicPr>
          <p:cNvPr id="29" name="Graphic 28" descr="Video camera with solid fill">
            <a:extLst>
              <a:ext uri="{FF2B5EF4-FFF2-40B4-BE49-F238E27FC236}">
                <a16:creationId xmlns:a16="http://schemas.microsoft.com/office/drawing/2014/main" id="{24D0C927-4820-CC92-ED8F-9692E64B6790}"/>
              </a:ext>
            </a:extLst>
          </p:cNvPr>
          <p:cNvPicPr>
            <a:picLocks noChangeAspect="1"/>
          </p:cNvPicPr>
          <p:nvPr/>
        </p:nvPicPr>
        <p:blipFill>
          <a:blip r:embed="rId64">
            <a:extLst>
              <a:ext uri="{96DAC541-7B7A-43D3-8B79-37D633B846F1}">
                <asvg:svgBlip xmlns:asvg="http://schemas.microsoft.com/office/drawing/2016/SVG/main" r:embed="rId65"/>
              </a:ext>
            </a:extLst>
          </a:blip>
          <a:stretch>
            <a:fillRect/>
          </a:stretch>
        </p:blipFill>
        <p:spPr>
          <a:xfrm>
            <a:off x="4328542" y="2659781"/>
            <a:ext cx="914400" cy="914400"/>
          </a:xfrm>
          <a:prstGeom prst="rect">
            <a:avLst/>
          </a:prstGeom>
        </p:spPr>
      </p:pic>
      <p:pic>
        <p:nvPicPr>
          <p:cNvPr id="31" name="Graphic 30" descr="Television with solid fill">
            <a:extLst>
              <a:ext uri="{FF2B5EF4-FFF2-40B4-BE49-F238E27FC236}">
                <a16:creationId xmlns:a16="http://schemas.microsoft.com/office/drawing/2014/main" id="{B508F49C-CC50-F08A-C3CF-5597021447B0}"/>
              </a:ext>
            </a:extLst>
          </p:cNvPr>
          <p:cNvPicPr>
            <a:picLocks noChangeAspect="1"/>
          </p:cNvPicPr>
          <p:nvPr/>
        </p:nvPicPr>
        <p:blipFill>
          <a:blip r:embed="rId66">
            <a:extLst>
              <a:ext uri="{96DAC541-7B7A-43D3-8B79-37D633B846F1}">
                <asvg:svgBlip xmlns:asvg="http://schemas.microsoft.com/office/drawing/2016/SVG/main" r:embed="rId67"/>
              </a:ext>
            </a:extLst>
          </a:blip>
          <a:stretch>
            <a:fillRect/>
          </a:stretch>
        </p:blipFill>
        <p:spPr>
          <a:xfrm>
            <a:off x="7981446" y="1217582"/>
            <a:ext cx="914400" cy="914400"/>
          </a:xfrm>
          <a:prstGeom prst="rect">
            <a:avLst/>
          </a:prstGeom>
        </p:spPr>
      </p:pic>
      <p:pic>
        <p:nvPicPr>
          <p:cNvPr id="33" name="Graphic 32" descr="Headphones with solid fill">
            <a:extLst>
              <a:ext uri="{FF2B5EF4-FFF2-40B4-BE49-F238E27FC236}">
                <a16:creationId xmlns:a16="http://schemas.microsoft.com/office/drawing/2014/main" id="{219C973E-3049-4924-0C70-8315BDB6B422}"/>
              </a:ext>
            </a:extLst>
          </p:cNvPr>
          <p:cNvPicPr>
            <a:picLocks noChangeAspect="1"/>
          </p:cNvPicPr>
          <p:nvPr/>
        </p:nvPicPr>
        <p:blipFill>
          <a:blip r:embed="rId68">
            <a:extLst>
              <a:ext uri="{96DAC541-7B7A-43D3-8B79-37D633B846F1}">
                <asvg:svgBlip xmlns:asvg="http://schemas.microsoft.com/office/drawing/2016/SVG/main" r:embed="rId69"/>
              </a:ext>
            </a:extLst>
          </a:blip>
          <a:stretch>
            <a:fillRect/>
          </a:stretch>
        </p:blipFill>
        <p:spPr>
          <a:xfrm>
            <a:off x="7300452" y="5010323"/>
            <a:ext cx="914400" cy="914400"/>
          </a:xfrm>
          <a:prstGeom prst="rect">
            <a:avLst/>
          </a:prstGeom>
        </p:spPr>
      </p:pic>
      <p:pic>
        <p:nvPicPr>
          <p:cNvPr id="38" name="Graphic 37" descr="Web design with solid fill">
            <a:extLst>
              <a:ext uri="{FF2B5EF4-FFF2-40B4-BE49-F238E27FC236}">
                <a16:creationId xmlns:a16="http://schemas.microsoft.com/office/drawing/2014/main" id="{1455C76B-E3DB-227A-0564-613DD71C28F9}"/>
              </a:ext>
            </a:extLst>
          </p:cNvPr>
          <p:cNvPicPr>
            <a:picLocks noChangeAspect="1"/>
          </p:cNvPicPr>
          <p:nvPr/>
        </p:nvPicPr>
        <p:blipFill>
          <a:blip r:embed="rId70">
            <a:extLst>
              <a:ext uri="{96DAC541-7B7A-43D3-8B79-37D633B846F1}">
                <asvg:svgBlip xmlns:asvg="http://schemas.microsoft.com/office/drawing/2016/SVG/main" r:embed="rId71"/>
              </a:ext>
            </a:extLst>
          </a:blip>
          <a:stretch>
            <a:fillRect/>
          </a:stretch>
        </p:blipFill>
        <p:spPr>
          <a:xfrm>
            <a:off x="9243212" y="3805621"/>
            <a:ext cx="914400" cy="914400"/>
          </a:xfrm>
          <a:prstGeom prst="rect">
            <a:avLst/>
          </a:prstGeom>
        </p:spPr>
      </p:pic>
      <p:pic>
        <p:nvPicPr>
          <p:cNvPr id="40" name="Graphic 39" descr="Storytelling with solid fill">
            <a:extLst>
              <a:ext uri="{FF2B5EF4-FFF2-40B4-BE49-F238E27FC236}">
                <a16:creationId xmlns:a16="http://schemas.microsoft.com/office/drawing/2014/main" id="{6EB9268E-A32B-1877-4B0A-0DDEB8CAB9EC}"/>
              </a:ext>
            </a:extLst>
          </p:cNvPr>
          <p:cNvPicPr>
            <a:picLocks noChangeAspect="1"/>
          </p:cNvPicPr>
          <p:nvPr/>
        </p:nvPicPr>
        <p:blipFill>
          <a:blip r:embed="rId72">
            <a:extLst>
              <a:ext uri="{96DAC541-7B7A-43D3-8B79-37D633B846F1}">
                <asvg:svgBlip xmlns:asvg="http://schemas.microsoft.com/office/drawing/2016/SVG/main" r:embed="rId73"/>
              </a:ext>
            </a:extLst>
          </a:blip>
          <a:stretch>
            <a:fillRect/>
          </a:stretch>
        </p:blipFill>
        <p:spPr>
          <a:xfrm>
            <a:off x="9751040" y="139604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5360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f6dbec8-95a8-4638-9f5f-bd076536645c}" enabled="1" method="Standard" siteId="{5dbf1add-202a-4b8d-815b-bf0fb024e03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Bellu, Gowri Shanker</dc:creator>
  <cp:lastModifiedBy>Bellu, Gowri Shanker</cp:lastModifiedBy>
  <cp:revision>1</cp:revision>
  <dcterms:created xsi:type="dcterms:W3CDTF">2026-01-31T10:21:03Z</dcterms:created>
  <dcterms:modified xsi:type="dcterms:W3CDTF">2026-02-06T12:34:14Z</dcterms:modified>
</cp:coreProperties>
</file>