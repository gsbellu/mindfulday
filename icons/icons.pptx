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40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876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153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41" Type="http://schemas.openxmlformats.org/officeDocument/2006/relationships/image" Target="../media/image4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40" Type="http://schemas.openxmlformats.org/officeDocument/2006/relationships/image" Target="../media/image39.png"/><Relationship Id="rId45" Type="http://schemas.openxmlformats.org/officeDocument/2006/relationships/image" Target="../media/image44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49" Type="http://schemas.openxmlformats.org/officeDocument/2006/relationships/image" Target="../media/image48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43" Type="http://schemas.openxmlformats.org/officeDocument/2006/relationships/image" Target="../media/image42.svg"/><Relationship Id="rId48" Type="http://schemas.openxmlformats.org/officeDocument/2006/relationships/image" Target="../media/image47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Gears with solid fill">
            <a:extLst>
              <a:ext uri="{FF2B5EF4-FFF2-40B4-BE49-F238E27FC236}">
                <a16:creationId xmlns:a16="http://schemas.microsoft.com/office/drawing/2014/main" id="{0A5EAD75-C79D-EED1-3B4A-6A4F5FEDC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6128" y="5888804"/>
            <a:ext cx="309044" cy="309044"/>
          </a:xfrm>
          <a:prstGeom prst="rect">
            <a:avLst/>
          </a:prstGeom>
        </p:spPr>
      </p:pic>
      <p:pic>
        <p:nvPicPr>
          <p:cNvPr id="9" name="Graphic 8" descr="Run with solid fill">
            <a:extLst>
              <a:ext uri="{FF2B5EF4-FFF2-40B4-BE49-F238E27FC236}">
                <a16:creationId xmlns:a16="http://schemas.microsoft.com/office/drawing/2014/main" id="{18D98261-5541-A623-6A14-1008DBB2DC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07944" y="5905280"/>
            <a:ext cx="309044" cy="309044"/>
          </a:xfrm>
          <a:prstGeom prst="rect">
            <a:avLst/>
          </a:prstGeom>
        </p:spPr>
      </p:pic>
      <p:pic>
        <p:nvPicPr>
          <p:cNvPr id="14" name="Graphic 13" descr="Sleep with solid fill">
            <a:extLst>
              <a:ext uri="{FF2B5EF4-FFF2-40B4-BE49-F238E27FC236}">
                <a16:creationId xmlns:a16="http://schemas.microsoft.com/office/drawing/2014/main" id="{A310A1E9-8742-F981-6D07-116495F6B5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34218" y="4717574"/>
            <a:ext cx="319243" cy="319243"/>
          </a:xfrm>
          <a:prstGeom prst="rect">
            <a:avLst/>
          </a:prstGeom>
        </p:spPr>
      </p:pic>
      <p:pic>
        <p:nvPicPr>
          <p:cNvPr id="15" name="Graphic 14" descr="Palette with solid fill">
            <a:extLst>
              <a:ext uri="{FF2B5EF4-FFF2-40B4-BE49-F238E27FC236}">
                <a16:creationId xmlns:a16="http://schemas.microsoft.com/office/drawing/2014/main" id="{DAD9AB77-06A4-9DEC-7499-A903F41186B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03880" y="4705502"/>
            <a:ext cx="319243" cy="319243"/>
          </a:xfrm>
          <a:prstGeom prst="rect">
            <a:avLst/>
          </a:prstGeom>
        </p:spPr>
      </p:pic>
      <p:pic>
        <p:nvPicPr>
          <p:cNvPr id="16" name="Graphic 15" descr="Gymnast: Rings with solid fill">
            <a:extLst>
              <a:ext uri="{FF2B5EF4-FFF2-40B4-BE49-F238E27FC236}">
                <a16:creationId xmlns:a16="http://schemas.microsoft.com/office/drawing/2014/main" id="{AC72E62E-B96B-81F5-4A97-4190EAEE2E8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66507" y="1722442"/>
            <a:ext cx="319243" cy="319243"/>
          </a:xfrm>
          <a:prstGeom prst="rect">
            <a:avLst/>
          </a:prstGeom>
        </p:spPr>
      </p:pic>
      <p:pic>
        <p:nvPicPr>
          <p:cNvPr id="17" name="Graphic 16" descr="Shoe footprints with solid fill">
            <a:extLst>
              <a:ext uri="{FF2B5EF4-FFF2-40B4-BE49-F238E27FC236}">
                <a16:creationId xmlns:a16="http://schemas.microsoft.com/office/drawing/2014/main" id="{EEEC2E4A-33A7-7361-EA7A-6F72F72A913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326883" y="4705503"/>
            <a:ext cx="319243" cy="319243"/>
          </a:xfrm>
          <a:prstGeom prst="rect">
            <a:avLst/>
          </a:prstGeom>
        </p:spPr>
      </p:pic>
      <p:pic>
        <p:nvPicPr>
          <p:cNvPr id="18" name="Graphic 17" descr="Steering Wheel with solid fill">
            <a:extLst>
              <a:ext uri="{FF2B5EF4-FFF2-40B4-BE49-F238E27FC236}">
                <a16:creationId xmlns:a16="http://schemas.microsoft.com/office/drawing/2014/main" id="{75824C59-DAB2-59BF-9EC9-86B3BBF8174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17634" y="2462189"/>
            <a:ext cx="319243" cy="319243"/>
          </a:xfrm>
          <a:prstGeom prst="rect">
            <a:avLst/>
          </a:prstGeom>
        </p:spPr>
      </p:pic>
      <p:pic>
        <p:nvPicPr>
          <p:cNvPr id="19" name="Graphic 18" descr="Suit with solid fill">
            <a:extLst>
              <a:ext uri="{FF2B5EF4-FFF2-40B4-BE49-F238E27FC236}">
                <a16:creationId xmlns:a16="http://schemas.microsoft.com/office/drawing/2014/main" id="{221B5BE9-D234-D10A-4494-900F42C9C28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127843" y="2420739"/>
            <a:ext cx="319243" cy="319243"/>
          </a:xfrm>
          <a:prstGeom prst="rect">
            <a:avLst/>
          </a:prstGeom>
        </p:spPr>
      </p:pic>
      <p:pic>
        <p:nvPicPr>
          <p:cNvPr id="20" name="Graphic 19" descr="Person eating with solid fill">
            <a:extLst>
              <a:ext uri="{FF2B5EF4-FFF2-40B4-BE49-F238E27FC236}">
                <a16:creationId xmlns:a16="http://schemas.microsoft.com/office/drawing/2014/main" id="{D105B543-5CC0-A3DC-4307-3C3F4810A12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309693" y="2420739"/>
            <a:ext cx="319243" cy="319243"/>
          </a:xfrm>
          <a:prstGeom prst="rect">
            <a:avLst/>
          </a:prstGeom>
        </p:spPr>
      </p:pic>
      <p:pic>
        <p:nvPicPr>
          <p:cNvPr id="21" name="Graphic 20" descr="Home1 with solid fill">
            <a:extLst>
              <a:ext uri="{FF2B5EF4-FFF2-40B4-BE49-F238E27FC236}">
                <a16:creationId xmlns:a16="http://schemas.microsoft.com/office/drawing/2014/main" id="{99B0D6D1-2330-9FD7-1CF7-80F7A4FF54B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15506" y="1684804"/>
            <a:ext cx="319243" cy="319243"/>
          </a:xfrm>
          <a:prstGeom prst="rect">
            <a:avLst/>
          </a:prstGeom>
        </p:spPr>
      </p:pic>
      <p:pic>
        <p:nvPicPr>
          <p:cNvPr id="22" name="Graphic 21" descr="Lotus Flower with solid fill">
            <a:extLst>
              <a:ext uri="{FF2B5EF4-FFF2-40B4-BE49-F238E27FC236}">
                <a16:creationId xmlns:a16="http://schemas.microsoft.com/office/drawing/2014/main" id="{20DD142C-AE84-C89C-4895-2242202408B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4284462" y="1704047"/>
            <a:ext cx="319243" cy="319243"/>
          </a:xfrm>
          <a:prstGeom prst="rect">
            <a:avLst/>
          </a:prstGeom>
        </p:spPr>
      </p:pic>
      <p:pic>
        <p:nvPicPr>
          <p:cNvPr id="23" name="Graphic 22" descr="Homeopathy with solid fill">
            <a:extLst>
              <a:ext uri="{FF2B5EF4-FFF2-40B4-BE49-F238E27FC236}">
                <a16:creationId xmlns:a16="http://schemas.microsoft.com/office/drawing/2014/main" id="{699EFAA0-A7D8-DCC5-E3F4-FEBB1BE648C5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884103" y="927747"/>
            <a:ext cx="319243" cy="319243"/>
          </a:xfrm>
          <a:prstGeom prst="rect">
            <a:avLst/>
          </a:prstGeom>
        </p:spPr>
      </p:pic>
      <p:pic>
        <p:nvPicPr>
          <p:cNvPr id="24" name="Graphic 23" descr="Shower with solid fill">
            <a:extLst>
              <a:ext uri="{FF2B5EF4-FFF2-40B4-BE49-F238E27FC236}">
                <a16:creationId xmlns:a16="http://schemas.microsoft.com/office/drawing/2014/main" id="{9C87B69E-627E-64F2-D707-CA1230DB58AD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5103880" y="918805"/>
            <a:ext cx="319243" cy="319243"/>
          </a:xfrm>
          <a:prstGeom prst="rect">
            <a:avLst/>
          </a:prstGeom>
        </p:spPr>
      </p:pic>
      <p:pic>
        <p:nvPicPr>
          <p:cNvPr id="25" name="Graphic 24" descr="Alarm Ringing with solid fill">
            <a:extLst>
              <a:ext uri="{FF2B5EF4-FFF2-40B4-BE49-F238E27FC236}">
                <a16:creationId xmlns:a16="http://schemas.microsoft.com/office/drawing/2014/main" id="{C13862CA-2E89-B86E-70AA-74371C04E350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309694" y="949286"/>
            <a:ext cx="319243" cy="319243"/>
          </a:xfrm>
          <a:prstGeom prst="rect">
            <a:avLst/>
          </a:prstGeom>
        </p:spPr>
      </p:pic>
      <p:pic>
        <p:nvPicPr>
          <p:cNvPr id="35" name="Graphic 34" descr="Head with gears with solid fill">
            <a:extLst>
              <a:ext uri="{FF2B5EF4-FFF2-40B4-BE49-F238E27FC236}">
                <a16:creationId xmlns:a16="http://schemas.microsoft.com/office/drawing/2014/main" id="{1310EA8F-EAD9-CC0C-8C9F-3E52CB736BF4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330134" y="3227003"/>
            <a:ext cx="278360" cy="278360"/>
          </a:xfrm>
          <a:prstGeom prst="rect">
            <a:avLst/>
          </a:prstGeom>
        </p:spPr>
      </p:pic>
      <p:pic>
        <p:nvPicPr>
          <p:cNvPr id="36" name="Graphic 35" descr="Lotus Flower with solid fill">
            <a:extLst>
              <a:ext uri="{FF2B5EF4-FFF2-40B4-BE49-F238E27FC236}">
                <a16:creationId xmlns:a16="http://schemas.microsoft.com/office/drawing/2014/main" id="{9683EA48-D6A6-C639-D672-41A6C1412CA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144682" y="3188439"/>
            <a:ext cx="319243" cy="319243"/>
          </a:xfrm>
          <a:prstGeom prst="rect">
            <a:avLst/>
          </a:prstGeom>
        </p:spPr>
      </p:pic>
      <p:pic>
        <p:nvPicPr>
          <p:cNvPr id="37" name="Graphic 36" descr="Person eating with solid fill">
            <a:extLst>
              <a:ext uri="{FF2B5EF4-FFF2-40B4-BE49-F238E27FC236}">
                <a16:creationId xmlns:a16="http://schemas.microsoft.com/office/drawing/2014/main" id="{9513B8D2-3640-F89C-ACBE-7A5653E6BB5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82714" y="3186120"/>
            <a:ext cx="319243" cy="319243"/>
          </a:xfrm>
          <a:prstGeom prst="rect">
            <a:avLst/>
          </a:prstGeom>
        </p:spPr>
      </p:pic>
      <p:pic>
        <p:nvPicPr>
          <p:cNvPr id="41" name="Graphic 40" descr="Chat with solid fill">
            <a:extLst>
              <a:ext uri="{FF2B5EF4-FFF2-40B4-BE49-F238E27FC236}">
                <a16:creationId xmlns:a16="http://schemas.microsoft.com/office/drawing/2014/main" id="{3626640A-9926-44C8-12AA-3DA58222CC2F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4347337" y="3977054"/>
            <a:ext cx="359403" cy="359403"/>
          </a:xfrm>
          <a:prstGeom prst="rect">
            <a:avLst/>
          </a:prstGeom>
        </p:spPr>
      </p:pic>
      <p:pic>
        <p:nvPicPr>
          <p:cNvPr id="42" name="Graphic 41" descr="Coffee with solid fill">
            <a:extLst>
              <a:ext uri="{FF2B5EF4-FFF2-40B4-BE49-F238E27FC236}">
                <a16:creationId xmlns:a16="http://schemas.microsoft.com/office/drawing/2014/main" id="{9650117F-5CAC-083D-04E1-C74CCB5BCF5E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5155842" y="3928642"/>
            <a:ext cx="359403" cy="359403"/>
          </a:xfrm>
          <a:prstGeom prst="rect">
            <a:avLst/>
          </a:prstGeom>
        </p:spPr>
      </p:pic>
      <p:pic>
        <p:nvPicPr>
          <p:cNvPr id="45" name="Graphic 44" descr="Moon and stars with solid fill">
            <a:extLst>
              <a:ext uri="{FF2B5EF4-FFF2-40B4-BE49-F238E27FC236}">
                <a16:creationId xmlns:a16="http://schemas.microsoft.com/office/drawing/2014/main" id="{A8659A37-3879-E058-EB39-E4CAEF24D33A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6552613" y="892235"/>
            <a:ext cx="131795" cy="131795"/>
          </a:xfrm>
          <a:prstGeom prst="rect">
            <a:avLst/>
          </a:prstGeom>
        </p:spPr>
      </p:pic>
      <p:pic>
        <p:nvPicPr>
          <p:cNvPr id="46" name="Graphic 45" descr="Moon with solid fill">
            <a:extLst>
              <a:ext uri="{FF2B5EF4-FFF2-40B4-BE49-F238E27FC236}">
                <a16:creationId xmlns:a16="http://schemas.microsoft.com/office/drawing/2014/main" id="{58FA2869-5B23-EAE6-084C-98C2B578E1DC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6555091" y="4275487"/>
            <a:ext cx="131795" cy="131795"/>
          </a:xfrm>
          <a:prstGeom prst="rect">
            <a:avLst/>
          </a:prstGeom>
        </p:spPr>
      </p:pic>
      <p:pic>
        <p:nvPicPr>
          <p:cNvPr id="47" name="Graphic 46" descr="Partial sun with solid fill">
            <a:extLst>
              <a:ext uri="{FF2B5EF4-FFF2-40B4-BE49-F238E27FC236}">
                <a16:creationId xmlns:a16="http://schemas.microsoft.com/office/drawing/2014/main" id="{0EA7B94B-4D32-0997-C418-6E6DDA885EA8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6552613" y="1458859"/>
            <a:ext cx="131795" cy="131795"/>
          </a:xfrm>
          <a:prstGeom prst="rect">
            <a:avLst/>
          </a:prstGeom>
        </p:spPr>
      </p:pic>
      <p:pic>
        <p:nvPicPr>
          <p:cNvPr id="48" name="Graphic 47" descr="Sunset scene with solid fill">
            <a:extLst>
              <a:ext uri="{FF2B5EF4-FFF2-40B4-BE49-F238E27FC236}">
                <a16:creationId xmlns:a16="http://schemas.microsoft.com/office/drawing/2014/main" id="{CBEE7EF2-6F7C-E402-5780-82B348F5810A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6567794" y="2214262"/>
            <a:ext cx="131795" cy="131795"/>
          </a:xfrm>
          <a:prstGeom prst="rect">
            <a:avLst/>
          </a:prstGeom>
        </p:spPr>
      </p:pic>
      <p:pic>
        <p:nvPicPr>
          <p:cNvPr id="49" name="Graphic 48" descr="Sun with solid fill">
            <a:extLst>
              <a:ext uri="{FF2B5EF4-FFF2-40B4-BE49-F238E27FC236}">
                <a16:creationId xmlns:a16="http://schemas.microsoft.com/office/drawing/2014/main" id="{5FBE3D9B-4DD7-0927-E544-2893107D148B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6567794" y="3168252"/>
            <a:ext cx="131795" cy="131795"/>
          </a:xfrm>
          <a:prstGeom prst="rect">
            <a:avLst/>
          </a:prstGeom>
        </p:spPr>
      </p:pic>
      <p:pic>
        <p:nvPicPr>
          <p:cNvPr id="50" name="Graphic 49" descr="Moon and stars with solid fill">
            <a:extLst>
              <a:ext uri="{FF2B5EF4-FFF2-40B4-BE49-F238E27FC236}">
                <a16:creationId xmlns:a16="http://schemas.microsoft.com/office/drawing/2014/main" id="{387735B0-453E-A67C-BF96-B44CFBD77446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6557942" y="5061763"/>
            <a:ext cx="131795" cy="131795"/>
          </a:xfrm>
          <a:prstGeom prst="rect">
            <a:avLst/>
          </a:prstGeom>
        </p:spPr>
      </p:pic>
      <p:pic>
        <p:nvPicPr>
          <p:cNvPr id="53" name="Graphic 52" descr="Drama with solid fill">
            <a:extLst>
              <a:ext uri="{FF2B5EF4-FFF2-40B4-BE49-F238E27FC236}">
                <a16:creationId xmlns:a16="http://schemas.microsoft.com/office/drawing/2014/main" id="{855C3B6B-C3FD-E1E4-DAE1-C0C8CFFDFAAC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5905556" y="4001466"/>
            <a:ext cx="330982" cy="330982"/>
          </a:xfrm>
          <a:prstGeom prst="rect">
            <a:avLst/>
          </a:prstGeom>
        </p:spPr>
      </p:pic>
      <p:pic>
        <p:nvPicPr>
          <p:cNvPr id="55" name="Graphic 54" descr="Gauge with solid fill">
            <a:extLst>
              <a:ext uri="{FF2B5EF4-FFF2-40B4-BE49-F238E27FC236}">
                <a16:creationId xmlns:a16="http://schemas.microsoft.com/office/drawing/2014/main" id="{E4A51AC5-2C47-2B9C-8CAF-41F5DA116808}"/>
              </a:ext>
            </a:extLst>
          </p:cNvPr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5215398" y="5875648"/>
            <a:ext cx="335357" cy="335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536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f6dbec8-95a8-4638-9f5f-bd076536645c}" enabled="1" method="Standard" siteId="{5dbf1add-202a-4b8d-815b-bf0fb024e03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Bellu, Gowri Shanker</dc:creator>
  <cp:lastModifiedBy>Bellu, Gowri Shanker</cp:lastModifiedBy>
  <cp:revision>1</cp:revision>
  <dcterms:created xsi:type="dcterms:W3CDTF">2026-01-31T10:21:03Z</dcterms:created>
  <dcterms:modified xsi:type="dcterms:W3CDTF">2026-01-31T10:23:28Z</dcterms:modified>
</cp:coreProperties>
</file>